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333BD-06E7-46A4-B15A-5CC27909E9BA}" v="6" dt="2025-11-05T13:24:59.0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llanders, Breandán" userId="0175d499-9460-4d20-9f98-493ca9a1313d" providerId="ADAL" clId="{A14884B9-37E4-4075-9FF3-0CA22E3A718C}"/>
    <pc:docChg chg="undo custSel addSld modSld">
      <pc:chgData name="Gillanders, Breandán" userId="0175d499-9460-4d20-9f98-493ca9a1313d" providerId="ADAL" clId="{A14884B9-37E4-4075-9FF3-0CA22E3A718C}" dt="2025-11-05T13:25:04.596" v="339" actId="20577"/>
      <pc:docMkLst>
        <pc:docMk/>
      </pc:docMkLst>
      <pc:sldChg chg="modSp mod">
        <pc:chgData name="Gillanders, Breandán" userId="0175d499-9460-4d20-9f98-493ca9a1313d" providerId="ADAL" clId="{A14884B9-37E4-4075-9FF3-0CA22E3A718C}" dt="2025-11-05T13:25:04.596" v="339" actId="20577"/>
        <pc:sldMkLst>
          <pc:docMk/>
          <pc:sldMk cId="3938409112" sldId="258"/>
        </pc:sldMkLst>
        <pc:spChg chg="mod">
          <ac:chgData name="Gillanders, Breandán" userId="0175d499-9460-4d20-9f98-493ca9a1313d" providerId="ADAL" clId="{A14884B9-37E4-4075-9FF3-0CA22E3A718C}" dt="2025-11-05T13:25:04.596" v="339" actId="20577"/>
          <ac:spMkLst>
            <pc:docMk/>
            <pc:sldMk cId="3938409112" sldId="258"/>
            <ac:spMk id="3" creationId="{5DB023D0-5371-8321-FF1A-7B74C5E7B560}"/>
          </ac:spMkLst>
        </pc:spChg>
      </pc:sldChg>
      <pc:sldChg chg="modSp new mod">
        <pc:chgData name="Gillanders, Breandán" userId="0175d499-9460-4d20-9f98-493ca9a1313d" providerId="ADAL" clId="{A14884B9-37E4-4075-9FF3-0CA22E3A718C}" dt="2025-11-05T13:23:27.700" v="187" actId="20577"/>
        <pc:sldMkLst>
          <pc:docMk/>
          <pc:sldMk cId="2028067932" sldId="262"/>
        </pc:sldMkLst>
        <pc:spChg chg="mod">
          <ac:chgData name="Gillanders, Breandán" userId="0175d499-9460-4d20-9f98-493ca9a1313d" providerId="ADAL" clId="{A14884B9-37E4-4075-9FF3-0CA22E3A718C}" dt="2025-11-05T13:22:00.629" v="18" actId="20577"/>
          <ac:spMkLst>
            <pc:docMk/>
            <pc:sldMk cId="2028067932" sldId="262"/>
            <ac:spMk id="2" creationId="{C77041F0-C6B6-77F9-B501-C2DED1556C27}"/>
          </ac:spMkLst>
        </pc:spChg>
        <pc:spChg chg="mod">
          <ac:chgData name="Gillanders, Breandán" userId="0175d499-9460-4d20-9f98-493ca9a1313d" providerId="ADAL" clId="{A14884B9-37E4-4075-9FF3-0CA22E3A718C}" dt="2025-11-05T13:23:27.700" v="187" actId="20577"/>
          <ac:spMkLst>
            <pc:docMk/>
            <pc:sldMk cId="2028067932" sldId="262"/>
            <ac:spMk id="3" creationId="{40BE977C-2C70-1D4A-42E1-66D8D8D4898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198C8-0CED-9FBD-4B09-BD5A6D7FC3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66494D-FB6D-87E1-8699-9A5E9A736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49D18-6264-EAA4-BE78-0411416F4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C9FAA-39AF-D0C9-F1C9-E698905A1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057DA-0E73-A01A-4199-BB8D4689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6856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8AB7A-930B-5849-FE52-3790791C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99EEE-D0C1-F23D-F86E-4904FC549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4081-2473-0EF6-8846-FF059D841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B4697-A3DE-CF43-0701-774ED9BB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A1D1F-7A0B-378C-F516-A3B9EF11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5964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90CDD-25F2-CBB7-850E-99BC82823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D7AEF-63F3-7A4A-A341-58C6EB989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E8B58-A410-CC35-A205-C0F56817A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B741E-1797-102B-CA28-1A8A5C0C1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E79EF-F74E-451F-1307-C39646C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773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E602C-23E0-A3D5-F28A-7E704F07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DE3C7-90E8-1723-6FE6-068907D81A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407D5-1D1D-A31F-F1A4-07B391FC0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93C64-0EEB-51D1-58C2-99BA56D3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0DD97-0AB8-A93B-A594-3C14E04FB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C12E93-1C97-13A2-874E-64707F68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67747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56FE-CEB9-6400-69EF-B53EF52B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8E80E-94E1-2DD8-62B0-B5D56CB45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F5DCF-3255-43F0-F190-5241649CF7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85E8C-6FCF-57A6-C6CB-68F001199A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53F445-8AAF-DE1B-2941-842F1FAA1B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31EC8-36E5-C8CD-B3E5-033449109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FF563-52A1-C515-BCD0-2CC7684E8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2518CF-9D15-FA69-0AE8-CAF46FE7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72825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C9AB-0687-8369-952E-05A9F135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3CF6B1-0BCF-B5A4-A47C-9BB59A3A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0E004-806A-A677-2F76-2D11909B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23E71-33CD-BAE1-B180-8B485188B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11421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67CB9D-F251-F88F-6279-B91580DC9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CD849-6608-FD2A-B13F-A8C0069F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4A621-F4C8-A38F-F15A-95716E404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2479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5E4F1-680F-0DA6-7700-826689B32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5DD77-052E-D892-D2ED-21175016CD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4E3CB-63CE-0B74-C378-E9A0E3A11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BD981-3520-89E3-34C8-B4AED989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19B91-E1F7-DF78-7458-3D213DF70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67604-5ABF-102D-9DAA-DBD16A118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08702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867DB-8188-DD07-7E04-6A94B9DA0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732C5-9C0E-C314-F45D-DA40EFF9A0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CA9C6-24BB-44F1-8B3A-0D55AB8E6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53CD27-87EE-1C9A-E5AC-BA82A5916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AE3BEC-C7ED-8693-E506-247C562CA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5D8E0-8CBA-CC9B-A300-4C1E9BE6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2109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1BB11-137B-D87B-6455-B1AD3C43D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5482C-E1E9-9EEF-A449-D1AA2FF31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96A700-4419-5479-FFDF-1E187D9F9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9B13F-C67B-A28A-D7FA-525FB9E02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F9662-BE70-36B0-6FBC-56F3D8C8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619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2631A-484A-81A0-0E1F-0BC39C9E7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6ACFBB-F4A8-9B69-5C40-9806FBE92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4C778-8CDE-D9A6-2900-D74820CDF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0E473-E852-CEAD-43F7-DE8558A4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A574-D8F5-1431-C60C-A2C8F001B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051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D06D21-D4D0-26CE-6C55-B3464720F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6FF45-6552-1926-B7CB-B6477F8ED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A5EB6-4BE5-964C-2F00-D4963FE65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BB9B1-7534-43E6-9F87-F6792099CA83}" type="datetimeFigureOut">
              <a:rPr lang="en-IE" smtClean="0"/>
              <a:t>05/11/2025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19158-F160-498E-F2BD-A455414E0E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DE91B-E482-CEAE-A2C9-FACE5E73EE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0C6B57-ECD8-4587-83BD-5898771A797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1155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A0C15-A7A1-1EF1-F7CA-002A8EFC9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IE" sz="8000" dirty="0"/>
              <a:t>Project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6381A8-7507-2402-E1CA-FA52597D9F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>
            <a:normAutofit/>
          </a:bodyPr>
          <a:lstStyle/>
          <a:p>
            <a:pPr algn="r"/>
            <a:r>
              <a:rPr lang="en-IE" dirty="0"/>
              <a:t>05/11/2025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632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085B43-2132-D747-D2A2-0F616E2D0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E" sz="4000"/>
              <a:t>Summary of Past Week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023D0-5371-8321-FF1A-7B74C5E7B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 lnSpcReduction="10000"/>
          </a:bodyPr>
          <a:lstStyle/>
          <a:p>
            <a:r>
              <a:rPr lang="en-IE" sz="2200" dirty="0"/>
              <a:t>Literature Review:</a:t>
            </a:r>
          </a:p>
          <a:p>
            <a:pPr lvl="1"/>
            <a:r>
              <a:rPr lang="en-IE" sz="2200" dirty="0"/>
              <a:t>Reading patents of existing readout systems.</a:t>
            </a:r>
          </a:p>
          <a:p>
            <a:endParaRPr lang="en-IE" sz="2200" dirty="0"/>
          </a:p>
          <a:p>
            <a:r>
              <a:rPr lang="en-IE" sz="2200" dirty="0"/>
              <a:t>Getting current circuit up and running:</a:t>
            </a:r>
          </a:p>
          <a:p>
            <a:pPr lvl="1"/>
            <a:r>
              <a:rPr lang="en-IE" sz="2200" dirty="0"/>
              <a:t>Looking into how the phase shifter works.</a:t>
            </a:r>
          </a:p>
          <a:p>
            <a:pPr lvl="1"/>
            <a:r>
              <a:rPr lang="en-IE" sz="2200" dirty="0"/>
              <a:t>Simulating the phase shifter.</a:t>
            </a:r>
          </a:p>
          <a:p>
            <a:endParaRPr lang="en-IE" sz="2200" dirty="0"/>
          </a:p>
          <a:p>
            <a:r>
              <a:rPr lang="en-IE" sz="2200" dirty="0"/>
              <a:t>Simulating different methods for extracting the resonance frequency.</a:t>
            </a:r>
          </a:p>
          <a:p>
            <a:pPr lvl="1"/>
            <a:r>
              <a:rPr lang="en-IE" sz="1800" dirty="0"/>
              <a:t>Phase dip method</a:t>
            </a:r>
          </a:p>
          <a:p>
            <a:pPr lvl="1"/>
            <a:r>
              <a:rPr lang="en-IE" sz="1800" dirty="0"/>
              <a:t>SWR Bridge (measuring real component of coil impedance)</a:t>
            </a:r>
          </a:p>
          <a:p>
            <a:pPr lvl="1"/>
            <a:r>
              <a:rPr lang="en-IE" sz="1800" dirty="0"/>
              <a:t>Current Source Method (measuring real component of coil impedance)</a:t>
            </a:r>
          </a:p>
        </p:txBody>
      </p:sp>
    </p:spTree>
    <p:extLst>
      <p:ext uri="{BB962C8B-B14F-4D97-AF65-F5344CB8AC3E}">
        <p14:creationId xmlns:p14="http://schemas.microsoft.com/office/powerpoint/2010/main" val="3938409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EEB9B5-EB01-06DE-78F3-251C768CD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Vesselsens readout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34C48-086A-B54F-B7AA-4E693B47A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39" y="1845426"/>
            <a:ext cx="10410068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93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10E6D6-F728-66FB-8B76-35B1BBF23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Fire1 Readout System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E94A0-ED9C-5C0D-3FD5-D3898310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4888" y="1420693"/>
            <a:ext cx="7722223" cy="4903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505DD-E01F-6016-8E72-6C1E00F7B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Phase Shifter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EC8B70-9924-52C3-9F63-00488D87C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5" y="194455"/>
            <a:ext cx="3944314" cy="2944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BA270B-9F55-5F52-0E67-EAFED07BA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441" y="3348546"/>
            <a:ext cx="8945223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1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041F0-C6B6-77F9-B501-C2DED1556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Plan for 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BE977C-2C70-1D4A-42E1-66D8D8D489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Work on getting readings from current circuit.</a:t>
            </a:r>
          </a:p>
          <a:p>
            <a:endParaRPr lang="en-IE" dirty="0"/>
          </a:p>
          <a:p>
            <a:r>
              <a:rPr lang="en-IE" dirty="0"/>
              <a:t>Continue Literature Review:</a:t>
            </a:r>
          </a:p>
          <a:p>
            <a:pPr lvl="1"/>
            <a:r>
              <a:rPr lang="en-IE" dirty="0"/>
              <a:t>Review general methods for reading transmission/reflection coefficients.</a:t>
            </a:r>
          </a:p>
        </p:txBody>
      </p:sp>
    </p:spTree>
    <p:extLst>
      <p:ext uri="{BB962C8B-B14F-4D97-AF65-F5344CB8AC3E}">
        <p14:creationId xmlns:p14="http://schemas.microsoft.com/office/powerpoint/2010/main" val="2028067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E704BF5AAD9E46BBBA2C7E5D17EB0D" ma:contentTypeVersion="20" ma:contentTypeDescription="Create a new document." ma:contentTypeScope="" ma:versionID="0ecf5d670644f495ae3e9a56147172e0">
  <xsd:schema xmlns:xsd="http://www.w3.org/2001/XMLSchema" xmlns:xs="http://www.w3.org/2001/XMLSchema" xmlns:p="http://schemas.microsoft.com/office/2006/metadata/properties" xmlns:ns2="4666dce3-2ee0-4c14-9800-89637b5dd4e8" xmlns:ns3="89dc4b8d-e4c5-435c-bc43-4c714475bbbf" targetNamespace="http://schemas.microsoft.com/office/2006/metadata/properties" ma:root="true" ma:fieldsID="462fc36832c38870585f25c041014087" ns2:_="" ns3:_="">
    <xsd:import namespace="4666dce3-2ee0-4c14-9800-89637b5dd4e8"/>
    <xsd:import namespace="89dc4b8d-e4c5-435c-bc43-4c714475bbb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ObjectDetectorVersions" minOccurs="0"/>
                <xsd:element ref="ns3:Comment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66dce3-2ee0-4c14-9800-89637b5dd4e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188eede0-026a-47e6-8d86-200b5c3e57ad}" ma:internalName="TaxCatchAll" ma:showField="CatchAllData" ma:web="4666dce3-2ee0-4c14-9800-89637b5dd4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dc4b8d-e4c5-435c-bc43-4c714475bb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0509728-31c9-4ac3-934d-712f3fb036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Comment" ma:index="25" nillable="true" ma:displayName="Comment" ma:format="Dropdown" ma:internalName="Comment">
      <xsd:simpleType>
        <xsd:restriction base="dms:Text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9dc4b8d-e4c5-435c-bc43-4c714475bbbf">
      <Terms xmlns="http://schemas.microsoft.com/office/infopath/2007/PartnerControls"/>
    </lcf76f155ced4ddcb4097134ff3c332f>
    <TaxCatchAll xmlns="4666dce3-2ee0-4c14-9800-89637b5dd4e8" xsi:nil="true"/>
    <Comment xmlns="89dc4b8d-e4c5-435c-bc43-4c714475bbbf" xsi:nil="true"/>
  </documentManagement>
</p:properties>
</file>

<file path=customXml/itemProps1.xml><?xml version="1.0" encoding="utf-8"?>
<ds:datastoreItem xmlns:ds="http://schemas.openxmlformats.org/officeDocument/2006/customXml" ds:itemID="{A181F3F4-94AF-4E7E-B987-090533BCEC87}"/>
</file>

<file path=customXml/itemProps2.xml><?xml version="1.0" encoding="utf-8"?>
<ds:datastoreItem xmlns:ds="http://schemas.openxmlformats.org/officeDocument/2006/customXml" ds:itemID="{10A1D0CD-A14E-40B0-B9DA-80845F341954}"/>
</file>

<file path=customXml/itemProps3.xml><?xml version="1.0" encoding="utf-8"?>
<ds:datastoreItem xmlns:ds="http://schemas.openxmlformats.org/officeDocument/2006/customXml" ds:itemID="{5F0797A9-BF00-4F10-B375-57A59A2D7F09}"/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104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Project Meeting</vt:lpstr>
      <vt:lpstr>Summary of Past Week</vt:lpstr>
      <vt:lpstr>Vesselsens readout system</vt:lpstr>
      <vt:lpstr>Fire1 Readout System</vt:lpstr>
      <vt:lpstr>Phase Shifter</vt:lpstr>
      <vt:lpstr>Plan for 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Gillanders, Breandán</dc:creator>
  <cp:lastModifiedBy>Gillanders, Breandán</cp:lastModifiedBy>
  <cp:revision>1</cp:revision>
  <dcterms:created xsi:type="dcterms:W3CDTF">2025-11-05T12:36:31Z</dcterms:created>
  <dcterms:modified xsi:type="dcterms:W3CDTF">2025-11-05T13:25:09Z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0x01010052E704BF5AAD9E46BBBA2C7E5D17EB0D</vt:lpwstr>
  </property>
</Properties>
</file>