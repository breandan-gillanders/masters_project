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Relationship Id="rId14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landers, Breandán" userId="0175d499-9460-4d20-9f98-493ca9a1313d" providerId="ADAL" clId="{A14884B9-37E4-4075-9FF3-0CA22E3A718C}"/>
    <pc:docChg chg="modSld">
      <pc:chgData name="Gillanders, Breandán" userId="0175d499-9460-4d20-9f98-493ca9a1313d" providerId="ADAL" clId="{A14884B9-37E4-4075-9FF3-0CA22E3A718C}" dt="2025-10-29T12:55:15.920" v="23" actId="20577"/>
      <pc:docMkLst>
        <pc:docMk/>
      </pc:docMkLst>
      <pc:sldChg chg="modSp mod">
        <pc:chgData name="Gillanders, Breandán" userId="0175d499-9460-4d20-9f98-493ca9a1313d" providerId="ADAL" clId="{A14884B9-37E4-4075-9FF3-0CA22E3A718C}" dt="2025-10-29T12:55:15.920" v="23" actId="20577"/>
        <pc:sldMkLst>
          <pc:docMk/>
          <pc:sldMk cId="3938409112" sldId="257"/>
        </pc:sldMkLst>
        <pc:spChg chg="mod">
          <ac:chgData name="Gillanders, Breandán" userId="0175d499-9460-4d20-9f98-493ca9a1313d" providerId="ADAL" clId="{A14884B9-37E4-4075-9FF3-0CA22E3A718C}" dt="2025-10-29T12:55:15.920" v="23" actId="20577"/>
          <ac:spMkLst>
            <pc:docMk/>
            <pc:sldMk cId="3938409112" sldId="257"/>
            <ac:spMk id="2" creationId="{9C085B43-2132-D747-D2A2-0F616E2D0D6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23851-412B-5D82-AE59-8B2417E12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6C6BCD-DE39-7D79-FA2D-1A3DFFDBF8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8BCE8-797C-DC8F-E938-D4435C4D2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97462-0CB9-4203-84A4-A14E4B908DDC}" type="datetimeFigureOut">
              <a:rPr lang="en-IE" smtClean="0"/>
              <a:t>29/10/2025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B4FEB-4D99-3D1C-B766-4CA798A4A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9DAD5-2DBB-1463-3F27-708EF6CE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E7C0-C8AE-4800-8D40-144A418EAB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16684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DB352-DC4A-4304-265B-A7B73D0FD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1FFEF-F263-A69F-AE79-356355D99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63031-95A1-9D27-8F0D-B335BFF75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97462-0CB9-4203-84A4-A14E4B908DDC}" type="datetimeFigureOut">
              <a:rPr lang="en-IE" smtClean="0"/>
              <a:t>29/10/2025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3A8C3-EF14-122A-D00E-97B56E960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45C93-B6BF-FC4A-EFD4-31B3F7623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E7C0-C8AE-4800-8D40-144A418EAB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52529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209A9-E75D-95AE-34AB-DD75756BF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E250E-DFDB-5B40-50C0-ACAD9F55F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94EF9-DC2A-3EAB-99B1-4FCA6C325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97462-0CB9-4203-84A4-A14E4B908DDC}" type="datetimeFigureOut">
              <a:rPr lang="en-IE" smtClean="0"/>
              <a:t>29/10/2025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27495-1228-55B0-F0D8-D819479BB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FACDC-08CF-5B5C-FB47-8501E23D5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E7C0-C8AE-4800-8D40-144A418EAB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21479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63810-FEFF-C540-2E1C-BBB55FAA0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E2B6A-003B-0CFF-FECD-8255B35A1D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C8089-1E86-0C59-F5A5-6EEDB5E2D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A3DE7-3635-E87E-5FB2-0A4B9EEDE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97462-0CB9-4203-84A4-A14E4B908DDC}" type="datetimeFigureOut">
              <a:rPr lang="en-IE" smtClean="0"/>
              <a:t>29/10/2025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0678F-CD60-31B1-DC00-28340BC9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47004-CAEE-C82F-371C-EFBC1FBA7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E7C0-C8AE-4800-8D40-144A418EAB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4030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C55F0-FEA5-239E-375D-4E4503FF5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2FDB0-1953-56AA-BD7C-BEAE52932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9D0932-E5F3-7A8A-1A74-345323133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FD38ED-C690-4866-46FB-7258DB215B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F00698-27C7-2E11-5E5E-C3F5EC151F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53995E-C683-CE0B-49CB-9A4F8F417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97462-0CB9-4203-84A4-A14E4B908DDC}" type="datetimeFigureOut">
              <a:rPr lang="en-IE" smtClean="0"/>
              <a:t>29/10/2025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C38CFD-F92E-9302-45D2-36F71E5D6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FE0BEE-4CEC-7676-B345-6B7F4D012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E7C0-C8AE-4800-8D40-144A418EAB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26533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F8DAF-677E-F8B4-3F78-01E41966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E8A6A4-8BA7-F541-A05F-6C9A71565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97462-0CB9-4203-84A4-A14E4B908DDC}" type="datetimeFigureOut">
              <a:rPr lang="en-IE" smtClean="0"/>
              <a:t>29/10/2025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A4093-06D5-9B9A-0EE5-69F069336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6C1196-15BE-C8A8-8EFF-C6066144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E7C0-C8AE-4800-8D40-144A418EAB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43767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03218A-F83E-DC4A-09B1-0BEEBCC2A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97462-0CB9-4203-84A4-A14E4B908DDC}" type="datetimeFigureOut">
              <a:rPr lang="en-IE" smtClean="0"/>
              <a:t>29/10/2025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CB6B80-4332-5C67-6A1E-CEE79B491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76E41-78B1-8D30-9060-CB8C1BA1F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E7C0-C8AE-4800-8D40-144A418EAB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71236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2246A-A125-2E25-FD8D-7BE264FC6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12E05-2348-F506-DF84-14388A4C9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EA582E-AB74-D757-6838-87EFB41506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D5303-25C8-02CA-C692-CCF6454B3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97462-0CB9-4203-84A4-A14E4B908DDC}" type="datetimeFigureOut">
              <a:rPr lang="en-IE" smtClean="0"/>
              <a:t>29/10/2025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33204-2117-58E7-8F1A-27BF4393D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36490-7DB2-9821-EB60-42F8C0E7F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E7C0-C8AE-4800-8D40-144A418EAB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50111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D040-F799-37D8-C268-171022673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25B0DB-13A9-8952-D624-47E5DFA93A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F8AFDC-003C-E52E-DFAA-3480C5C99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915E4-05E2-F5AD-FABF-6AF181516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97462-0CB9-4203-84A4-A14E4B908DDC}" type="datetimeFigureOut">
              <a:rPr lang="en-IE" smtClean="0"/>
              <a:t>29/10/2025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FA872-A59D-0249-1241-3D189D2E2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E9FF8-5A7F-C5C4-BDE0-2D83C00CA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E7C0-C8AE-4800-8D40-144A418EAB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19341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7D33E-A0DC-A820-3F8E-4AB689EA8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AD861C-BE58-2605-91C8-93E764B92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A599D-F64A-308D-1AF3-CAD4E8D86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97462-0CB9-4203-84A4-A14E4B908DDC}" type="datetimeFigureOut">
              <a:rPr lang="en-IE" smtClean="0"/>
              <a:t>29/10/2025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8644D-5C06-3F61-F89E-F1C1EF63E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C917B-3C52-0E48-9190-C429249D1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E7C0-C8AE-4800-8D40-144A418EAB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28414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7153E1-8D87-5A99-D1C1-5CE0D9E4E7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E7C4D6-E8B8-6C68-9F6E-32DB1F54D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2E7CE-F1C3-7EFD-001B-2491C20DF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97462-0CB9-4203-84A4-A14E4B908DDC}" type="datetimeFigureOut">
              <a:rPr lang="en-IE" smtClean="0"/>
              <a:t>29/10/2025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ABD98-2F03-BDE0-4B19-D5B87E38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C3E43-B538-8A72-7EE4-FD1B2674D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E7C0-C8AE-4800-8D40-144A418EAB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65435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66D0E0-A954-AFE2-1974-EF955713D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17558-CCDE-83DD-D1E9-FBBE3FA53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75843-19F0-C53C-31F1-5FF302ED1D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B97462-0CB9-4203-84A4-A14E4B908DDC}" type="datetimeFigureOut">
              <a:rPr lang="en-IE" smtClean="0"/>
              <a:t>29/10/2025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10861-07B3-45A8-2EE1-28EFB471E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1A321-F341-C77B-0304-227B0D1F40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DBE7C0-C8AE-4800-8D40-144A418EAB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52357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9A0C15-A7A1-1EF1-F7CA-002A8EFC9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IE" sz="8000"/>
              <a:t>Project Meeting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6381A8-7507-2402-E1CA-FA52597D9F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>
            <a:normAutofit/>
          </a:bodyPr>
          <a:lstStyle/>
          <a:p>
            <a:pPr algn="r"/>
            <a:r>
              <a:rPr lang="en-IE" dirty="0"/>
              <a:t>29/10/2025</a:t>
            </a:r>
            <a:endParaRPr lang="en-I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6324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85B43-2132-D747-D2A2-0F616E2D0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Summary of Past Week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023D0-5371-8321-FF1A-7B74C5E7B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9900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IE" dirty="0"/>
              <a:t>Literature Review:</a:t>
            </a:r>
          </a:p>
          <a:p>
            <a:pPr lvl="1"/>
            <a:r>
              <a:rPr lang="en-IE" dirty="0"/>
              <a:t>Reading on methods for measuring reflection coefficient/extracting resonant frequency from wireless LC sensors.</a:t>
            </a:r>
          </a:p>
          <a:p>
            <a:pPr lvl="1"/>
            <a:r>
              <a:rPr lang="en-IE" dirty="0"/>
              <a:t>Reading on existing sensors.</a:t>
            </a:r>
          </a:p>
          <a:p>
            <a:pPr lvl="1"/>
            <a:r>
              <a:rPr lang="en-IE" dirty="0"/>
              <a:t>Taking notes on papers.</a:t>
            </a:r>
          </a:p>
          <a:p>
            <a:endParaRPr lang="en-IE" dirty="0"/>
          </a:p>
          <a:p>
            <a:r>
              <a:rPr lang="en-IE" dirty="0"/>
              <a:t>Getting current circuit up and running:</a:t>
            </a:r>
          </a:p>
          <a:p>
            <a:pPr lvl="1"/>
            <a:r>
              <a:rPr lang="en-IE" dirty="0"/>
              <a:t>Tested DDS output and filtered output on oscilloscope.</a:t>
            </a:r>
          </a:p>
          <a:p>
            <a:pPr lvl="1"/>
            <a:r>
              <a:rPr lang="en-IE" dirty="0"/>
              <a:t>Looking over the Arduino code.</a:t>
            </a:r>
          </a:p>
          <a:p>
            <a:pPr lvl="1"/>
            <a:endParaRPr lang="en-IE" dirty="0"/>
          </a:p>
          <a:p>
            <a:r>
              <a:rPr lang="en-IE" dirty="0"/>
              <a:t>Finalising project plan.</a:t>
            </a:r>
          </a:p>
        </p:txBody>
      </p:sp>
    </p:spTree>
    <p:extLst>
      <p:ext uri="{BB962C8B-B14F-4D97-AF65-F5344CB8AC3E}">
        <p14:creationId xmlns:p14="http://schemas.microsoft.com/office/powerpoint/2010/main" val="3938409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C1282E-C7FC-4C0B-C1BB-58A92E679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IE" sz="3400"/>
              <a:t>Phase-Dip Method (current method)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0C75A-B6C8-99A5-8258-F025D8B95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IE" sz="1800"/>
              <a:t>Measure phase difference between DDS output and transmitted signal.</a:t>
            </a:r>
          </a:p>
          <a:p>
            <a:r>
              <a:rPr lang="en-IE" sz="1800"/>
              <a:t>Resonant frequency of sensor is ‘near’ the minimum in the phase curve.</a:t>
            </a:r>
          </a:p>
          <a:p>
            <a:r>
              <a:rPr lang="en-IE" sz="1800"/>
              <a:t>Dependent on coupling coefficient.</a:t>
            </a:r>
          </a:p>
          <a:p>
            <a:r>
              <a:rPr lang="en-IE" sz="1800"/>
              <a:t>Can be measured with phase detector.</a:t>
            </a:r>
          </a:p>
          <a:p>
            <a:r>
              <a:rPr lang="en-IE" sz="1800"/>
              <a:t>Requires compensation.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EC6447-6D1F-82AC-1511-326E6BB33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554" y="486000"/>
            <a:ext cx="3665221" cy="30146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6E1351-5AA0-9877-248A-4BF102211A55}"/>
                  </a:ext>
                </a:extLst>
              </p:cNvPr>
              <p:cNvSpPr txBox="1"/>
              <p:nvPr/>
            </p:nvSpPr>
            <p:spPr>
              <a:xfrm>
                <a:off x="685799" y="5365168"/>
                <a:ext cx="3685032" cy="797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𝑝h𝑎𝑠𝑒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𝑑𝑖𝑝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IE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6E1351-5AA0-9877-248A-4BF102211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9" y="5365168"/>
                <a:ext cx="3685032" cy="7972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8EEEE32-BCF2-1C19-6FC9-3431D71E9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154" y="3500645"/>
            <a:ext cx="4288820" cy="320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66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41F3647-289D-8472-9B1B-061ED8CB785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38913" y="859536"/>
                <a:ext cx="4832802" cy="1243584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GB" sz="3400" b="0" i="1">
                        <a:latin typeface="Cambria Math" panose="02040503050406030204" pitchFamily="18" charset="0"/>
                      </a:rPr>
                      <m:t>𝑅𝑒</m:t>
                    </m:r>
                    <m:r>
                      <a:rPr lang="en-GB" sz="3400" b="0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GB" sz="3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400" b="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400" b="0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GB" sz="3400" b="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IE" sz="3400"/>
                  <a:t> Measurement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41F3647-289D-8472-9B1B-061ED8CB78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38913" y="859536"/>
                <a:ext cx="4832802" cy="124358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1B87E-C765-85AA-4A2F-734353AA3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>
            <a:normAutofit/>
          </a:bodyPr>
          <a:lstStyle/>
          <a:p>
            <a:r>
              <a:rPr lang="en-IE" sz="1800"/>
              <a:t>Measures real component of readout coil impedance.</a:t>
            </a:r>
          </a:p>
          <a:p>
            <a:r>
              <a:rPr lang="en-IE" sz="1800"/>
              <a:t>The maximum occurs very close to the sensors resonance frequency.</a:t>
            </a:r>
          </a:p>
          <a:p>
            <a:r>
              <a:rPr lang="en-IE" sz="1800"/>
              <a:t>Minimally affected by coupling variations (independent of </a:t>
            </a:r>
            <a:r>
              <a:rPr lang="en-IE" sz="1800" i="1"/>
              <a:t>k</a:t>
            </a:r>
            <a:r>
              <a:rPr lang="en-IE" sz="1800"/>
              <a:t>).</a:t>
            </a:r>
          </a:p>
          <a:p>
            <a:r>
              <a:rPr lang="en-IE" sz="1800"/>
              <a:t>Can be measured with SWR bridge.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9CF60B-612D-7604-2193-4E0AF686E7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07" b="9036"/>
          <a:stretch>
            <a:fillRect/>
          </a:stretch>
        </p:blipFill>
        <p:spPr>
          <a:xfrm>
            <a:off x="7048500" y="316314"/>
            <a:ext cx="4000013" cy="29444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1EFBDF-69DE-4ECF-63EA-F88E1252F8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63"/>
          <a:stretch>
            <a:fillRect/>
          </a:stretch>
        </p:blipFill>
        <p:spPr>
          <a:xfrm>
            <a:off x="7391399" y="3609975"/>
            <a:ext cx="3684583" cy="2743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B69C039-0BFF-B58B-8952-6C3CD14665AF}"/>
                  </a:ext>
                </a:extLst>
              </p:cNvPr>
              <p:cNvSpPr txBox="1"/>
              <p:nvPr/>
            </p:nvSpPr>
            <p:spPr>
              <a:xfrm>
                <a:off x="1602486" y="5058082"/>
                <a:ext cx="2852928" cy="791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𝑅𝑒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I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IE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B69C039-0BFF-B58B-8952-6C3CD1466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486" y="5058082"/>
                <a:ext cx="2852928" cy="7916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5851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AE44E-21BD-6F2E-F6DF-DFEC2F570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Plan for Next Week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5C285-35E9-65EE-CCFC-B38FD6760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Look into the phase shifter circuitry.</a:t>
            </a:r>
          </a:p>
          <a:p>
            <a:endParaRPr lang="en-IE" dirty="0"/>
          </a:p>
          <a:p>
            <a:r>
              <a:rPr lang="en-IE" dirty="0"/>
              <a:t>Get full circuit running:</a:t>
            </a:r>
          </a:p>
          <a:p>
            <a:pPr lvl="1"/>
            <a:r>
              <a:rPr lang="en-IE" dirty="0"/>
              <a:t>Need transmitter coil.</a:t>
            </a:r>
          </a:p>
          <a:p>
            <a:pPr lvl="1"/>
            <a:endParaRPr lang="en-IE" dirty="0"/>
          </a:p>
          <a:p>
            <a:r>
              <a:rPr lang="en-IE" dirty="0"/>
              <a:t>Continue reviewing literature.</a:t>
            </a:r>
          </a:p>
          <a:p>
            <a:pPr lvl="1"/>
            <a:r>
              <a:rPr lang="en-IE" dirty="0"/>
              <a:t>Look into operation of SWR bridge.</a:t>
            </a:r>
          </a:p>
          <a:p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420026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E704BF5AAD9E46BBBA2C7E5D17EB0D" ma:contentTypeVersion="20" ma:contentTypeDescription="Create a new document." ma:contentTypeScope="" ma:versionID="0ecf5d670644f495ae3e9a56147172e0">
  <xsd:schema xmlns:xsd="http://www.w3.org/2001/XMLSchema" xmlns:xs="http://www.w3.org/2001/XMLSchema" xmlns:p="http://schemas.microsoft.com/office/2006/metadata/properties" xmlns:ns2="4666dce3-2ee0-4c14-9800-89637b5dd4e8" xmlns:ns3="89dc4b8d-e4c5-435c-bc43-4c714475bbbf" targetNamespace="http://schemas.microsoft.com/office/2006/metadata/properties" ma:root="true" ma:fieldsID="462fc36832c38870585f25c041014087" ns2:_="" ns3:_="">
    <xsd:import namespace="4666dce3-2ee0-4c14-9800-89637b5dd4e8"/>
    <xsd:import namespace="89dc4b8d-e4c5-435c-bc43-4c714475bbb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Location" minOccurs="0"/>
                <xsd:element ref="ns3:MediaServiceObjectDetectorVersions" minOccurs="0"/>
                <xsd:element ref="ns3:Comment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66dce3-2ee0-4c14-9800-89637b5dd4e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188eede0-026a-47e6-8d86-200b5c3e57ad}" ma:internalName="TaxCatchAll" ma:showField="CatchAllData" ma:web="4666dce3-2ee0-4c14-9800-89637b5dd4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dc4b8d-e4c5-435c-bc43-4c714475bb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0509728-31c9-4ac3-934d-712f3fb036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Comment" ma:index="25" nillable="true" ma:displayName="Comment" ma:format="Dropdown" ma:internalName="Comment">
      <xsd:simpleType>
        <xsd:restriction base="dms:Text">
          <xsd:maxLength value="255"/>
        </xsd:restriction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9dc4b8d-e4c5-435c-bc43-4c714475bbbf">
      <Terms xmlns="http://schemas.microsoft.com/office/infopath/2007/PartnerControls"/>
    </lcf76f155ced4ddcb4097134ff3c332f>
    <TaxCatchAll xmlns="4666dce3-2ee0-4c14-9800-89637b5dd4e8" xsi:nil="true"/>
    <Comment xmlns="89dc4b8d-e4c5-435c-bc43-4c714475bbbf" xsi:nil="true"/>
  </documentManagement>
</p:properties>
</file>

<file path=customXml/itemProps1.xml><?xml version="1.0" encoding="utf-8"?>
<ds:datastoreItem xmlns:ds="http://schemas.openxmlformats.org/officeDocument/2006/customXml" ds:itemID="{873B4673-E21E-4798-AEE5-D1D5F66B1CFA}"/>
</file>

<file path=customXml/itemProps2.xml><?xml version="1.0" encoding="utf-8"?>
<ds:datastoreItem xmlns:ds="http://schemas.openxmlformats.org/officeDocument/2006/customXml" ds:itemID="{2093DDDB-3EBB-4276-A1C4-40F0BBAB1914}"/>
</file>

<file path=customXml/itemProps3.xml><?xml version="1.0" encoding="utf-8"?>
<ds:datastoreItem xmlns:ds="http://schemas.openxmlformats.org/officeDocument/2006/customXml" ds:itemID="{9697935F-338E-41B0-8652-497B5504CD37}"/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39</TotalTime>
  <Words>188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Cambria Math</vt:lpstr>
      <vt:lpstr>Office Theme</vt:lpstr>
      <vt:lpstr>Project Meeting</vt:lpstr>
      <vt:lpstr>Summary of Past Week</vt:lpstr>
      <vt:lpstr>Phase-Dip Method (current method)</vt:lpstr>
      <vt:lpstr>Re{Z_in} Measurement</vt:lpstr>
      <vt:lpstr>Plan for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Gillanders, Breandán</dc:creator>
  <cp:lastModifiedBy>Gillanders, Breandán</cp:lastModifiedBy>
  <cp:revision>1</cp:revision>
  <dcterms:created xsi:type="dcterms:W3CDTF">2025-10-29T12:14:36Z</dcterms:created>
  <dcterms:modified xsi:type="dcterms:W3CDTF">2025-10-29T12:55:18Z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0x01010052E704BF5AAD9E46BBBA2C7E5D17EB0D</vt:lpwstr>
  </property>
</Properties>
</file>