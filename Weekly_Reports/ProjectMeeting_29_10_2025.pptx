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anders, Breandán" userId="0175d499-9460-4d20-9f98-493ca9a1313d" providerId="ADAL" clId="{A14884B9-37E4-4075-9FF3-0CA22E3A718C}"/>
    <pc:docChg chg="modSld">
      <pc:chgData name="Gillanders, Breandán" userId="0175d499-9460-4d20-9f98-493ca9a1313d" providerId="ADAL" clId="{A14884B9-37E4-4075-9FF3-0CA22E3A718C}" dt="2025-10-29T12:55:15.920" v="23" actId="20577"/>
      <pc:docMkLst>
        <pc:docMk/>
      </pc:docMkLst>
      <pc:sldChg chg="modSp mod">
        <pc:chgData name="Gillanders, Breandán" userId="0175d499-9460-4d20-9f98-493ca9a1313d" providerId="ADAL" clId="{A14884B9-37E4-4075-9FF3-0CA22E3A718C}" dt="2025-10-29T12:55:15.920" v="23" actId="20577"/>
        <pc:sldMkLst>
          <pc:docMk/>
          <pc:sldMk cId="3938409112" sldId="257"/>
        </pc:sldMkLst>
        <pc:spChg chg="mod">
          <ac:chgData name="Gillanders, Breandán" userId="0175d499-9460-4d20-9f98-493ca9a1313d" providerId="ADAL" clId="{A14884B9-37E4-4075-9FF3-0CA22E3A718C}" dt="2025-10-29T12:55:15.920" v="23" actId="20577"/>
          <ac:spMkLst>
            <pc:docMk/>
            <pc:sldMk cId="3938409112" sldId="257"/>
            <ac:spMk id="2" creationId="{9C085B43-2132-D747-D2A2-0F616E2D0D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3851-412B-5D82-AE59-8B2417E12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C6BCD-DE39-7D79-FA2D-1A3DFFDBF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8BCE8-797C-DC8F-E938-D4435C4D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B4FEB-4D99-3D1C-B766-4CA798A4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9DAD5-2DBB-1463-3F27-708EF6CE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668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B352-DC4A-4304-265B-A7B73D0F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1FFEF-F263-A69F-AE79-356355D9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63031-95A1-9D27-8F0D-B335BFF7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3A8C3-EF14-122A-D00E-97B56E96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45C93-B6BF-FC4A-EFD4-31B3F762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5252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09A9-E75D-95AE-34AB-DD75756B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250E-DFDB-5B40-50C0-ACAD9F55F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4EF9-DC2A-3EAB-99B1-4FCA6C32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27495-1228-55B0-F0D8-D819479B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ACDC-08CF-5B5C-FB47-8501E23D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147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3810-FEFF-C540-2E1C-BBB55FAA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E2B6A-003B-0CFF-FECD-8255B35A1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8089-1E86-0C59-F5A5-6EEDB5E2D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3DE7-3635-E87E-5FB2-0A4B9EED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0678F-CD60-31B1-DC00-28340BC9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47004-CAEE-C82F-371C-EFBC1FBA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03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55F0-FEA5-239E-375D-4E4503FF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2FDB0-1953-56AA-BD7C-BEAE52932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D0932-E5F3-7A8A-1A74-345323133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D38ED-C690-4866-46FB-7258DB215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00698-27C7-2E11-5E5E-C3F5EC151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3995E-C683-CE0B-49CB-9A4F8F41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C38CFD-F92E-9302-45D2-36F71E5D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E0BEE-4CEC-7676-B345-6B7F4D01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653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8DAF-677E-F8B4-3F78-01E41966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8A6A4-8BA7-F541-A05F-6C9A7156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A4093-06D5-9B9A-0EE5-69F06933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C1196-15BE-C8A8-8EFF-C6066144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376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3218A-F83E-DC4A-09B1-0BEEBCC2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B6B80-4332-5C67-6A1E-CEE79B49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76E41-78B1-8D30-9060-CB8C1BA1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123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246A-A125-2E25-FD8D-7BE264FC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12E05-2348-F506-DF84-14388A4C9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A582E-AB74-D757-6838-87EFB4150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D5303-25C8-02CA-C692-CCF6454B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33204-2117-58E7-8F1A-27BF4393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36490-7DB2-9821-EB60-42F8C0E7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011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D040-F799-37D8-C268-17102267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5B0DB-13A9-8952-D624-47E5DFA93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AFDC-003C-E52E-DFAA-3480C5C99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915E4-05E2-F5AD-FABF-6AF18151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FA872-A59D-0249-1241-3D189D2E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E9FF8-5A7F-C5C4-BDE0-2D83C00C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934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D33E-A0DC-A820-3F8E-4AB689EA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D861C-BE58-2605-91C8-93E764B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599D-F64A-308D-1AF3-CAD4E8D8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8644D-5C06-3F61-F89E-F1C1EF63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917B-3C52-0E48-9190-C429249D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841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153E1-8D87-5A99-D1C1-5CE0D9E4E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7C4D6-E8B8-6C68-9F6E-32DB1F54D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2E7CE-F1C3-7EFD-001B-2491C20D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ABD98-2F03-BDE0-4B19-D5B87E38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C3E43-B538-8A72-7EE4-FD1B2674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543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66D0E0-A954-AFE2-1974-EF955713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17558-CCDE-83DD-D1E9-FBBE3FA5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75843-19F0-C53C-31F1-5FF302ED1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97462-0CB9-4203-84A4-A14E4B908DDC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10861-07B3-45A8-2EE1-28EFB471E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1A321-F341-C77B-0304-227B0D1F4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BE7C0-C8AE-4800-8D40-144A418EAB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235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A0C15-A7A1-1EF1-F7CA-002A8EFC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IE" sz="8000"/>
              <a:t>Project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381A8-7507-2402-E1CA-FA52597D9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IE" dirty="0"/>
              <a:t>29/10/2025</a:t>
            </a:r>
            <a:endParaRPr lang="en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32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5B43-2132-D747-D2A2-0F616E2D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Summary of Past Week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23D0-5371-8321-FF1A-7B74C5E7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9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Literature Review:</a:t>
            </a:r>
          </a:p>
          <a:p>
            <a:pPr lvl="1"/>
            <a:r>
              <a:rPr lang="en-IE" dirty="0"/>
              <a:t>Reading on methods for measuring reflection coefficient/extracting resonant frequency from wireless LC sensors.</a:t>
            </a:r>
          </a:p>
          <a:p>
            <a:pPr lvl="1"/>
            <a:r>
              <a:rPr lang="en-IE" dirty="0"/>
              <a:t>Reading on existing sensors.</a:t>
            </a:r>
          </a:p>
          <a:p>
            <a:pPr lvl="1"/>
            <a:r>
              <a:rPr lang="en-IE" dirty="0"/>
              <a:t>Taking notes on papers.</a:t>
            </a:r>
          </a:p>
          <a:p>
            <a:endParaRPr lang="en-IE" dirty="0"/>
          </a:p>
          <a:p>
            <a:r>
              <a:rPr lang="en-IE" dirty="0"/>
              <a:t>Getting current circuit up and running:</a:t>
            </a:r>
          </a:p>
          <a:p>
            <a:pPr lvl="1"/>
            <a:r>
              <a:rPr lang="en-IE" dirty="0"/>
              <a:t>Tested DDS output and filtered output on oscilloscope.</a:t>
            </a:r>
          </a:p>
          <a:p>
            <a:pPr lvl="1"/>
            <a:r>
              <a:rPr lang="en-IE" dirty="0"/>
              <a:t>Looking over the Arduino code.</a:t>
            </a:r>
          </a:p>
          <a:p>
            <a:pPr lvl="1"/>
            <a:endParaRPr lang="en-IE" dirty="0"/>
          </a:p>
          <a:p>
            <a:r>
              <a:rPr lang="en-IE" dirty="0"/>
              <a:t>Finalising project plan.</a:t>
            </a:r>
          </a:p>
        </p:txBody>
      </p:sp>
    </p:spTree>
    <p:extLst>
      <p:ext uri="{BB962C8B-B14F-4D97-AF65-F5344CB8AC3E}">
        <p14:creationId xmlns:p14="http://schemas.microsoft.com/office/powerpoint/2010/main" val="393840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1282E-C7FC-4C0B-C1BB-58A92E67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IE" sz="3400"/>
              <a:t>Phase-Dip Method (current method)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0C75A-B6C8-99A5-8258-F025D8B95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IE" sz="1800"/>
              <a:t>Measure phase difference between DDS output and transmitted signal.</a:t>
            </a:r>
          </a:p>
          <a:p>
            <a:r>
              <a:rPr lang="en-IE" sz="1800"/>
              <a:t>Resonant frequency of sensor is ‘near’ the minimum in the phase curve.</a:t>
            </a:r>
          </a:p>
          <a:p>
            <a:r>
              <a:rPr lang="en-IE" sz="1800"/>
              <a:t>Dependent on coupling coefficient.</a:t>
            </a:r>
          </a:p>
          <a:p>
            <a:r>
              <a:rPr lang="en-IE" sz="1800"/>
              <a:t>Can be measured with phase detector.</a:t>
            </a:r>
          </a:p>
          <a:p>
            <a:r>
              <a:rPr lang="en-IE" sz="1800"/>
              <a:t>Requires compensation.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C6447-6D1F-82AC-1511-326E6BB33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554" y="486000"/>
            <a:ext cx="3665221" cy="3014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6E1351-5AA0-9877-248A-4BF102211A55}"/>
                  </a:ext>
                </a:extLst>
              </p:cNvPr>
              <p:cNvSpPr txBox="1"/>
              <p:nvPr/>
            </p:nvSpPr>
            <p:spPr>
              <a:xfrm>
                <a:off x="685799" y="5365168"/>
                <a:ext cx="3685032" cy="79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𝑝h𝑎𝑠𝑒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𝑑𝑖𝑝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6E1351-5AA0-9877-248A-4BF102211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5365168"/>
                <a:ext cx="3685032" cy="797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8EEEE32-BCF2-1C19-6FC9-3431D71E9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154" y="3500645"/>
            <a:ext cx="4288820" cy="320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1F3647-289D-8472-9B1B-061ED8CB78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38913" y="859536"/>
                <a:ext cx="4832802" cy="124358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3400" b="0" i="1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GB" sz="3400" b="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GB" sz="3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400" b="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400" b="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E" sz="3400"/>
                  <a:t> Measurement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1F3647-289D-8472-9B1B-061ED8CB7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38913" y="859536"/>
                <a:ext cx="4832802" cy="124358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1B87E-C765-85AA-4A2F-734353AA3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IE" sz="1800"/>
              <a:t>Measures real component of readout coil impedance.</a:t>
            </a:r>
          </a:p>
          <a:p>
            <a:r>
              <a:rPr lang="en-IE" sz="1800"/>
              <a:t>The maximum occurs very close to the sensors resonance frequency.</a:t>
            </a:r>
          </a:p>
          <a:p>
            <a:r>
              <a:rPr lang="en-IE" sz="1800"/>
              <a:t>Minimally affected by coupling variations (independent of </a:t>
            </a:r>
            <a:r>
              <a:rPr lang="en-IE" sz="1800" i="1"/>
              <a:t>k</a:t>
            </a:r>
            <a:r>
              <a:rPr lang="en-IE" sz="1800"/>
              <a:t>).</a:t>
            </a:r>
          </a:p>
          <a:p>
            <a:r>
              <a:rPr lang="en-IE" sz="1800"/>
              <a:t>Can be measured with SWR bridge.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CF60B-612D-7604-2193-4E0AF686E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7" b="9036"/>
          <a:stretch>
            <a:fillRect/>
          </a:stretch>
        </p:blipFill>
        <p:spPr>
          <a:xfrm>
            <a:off x="7048500" y="316314"/>
            <a:ext cx="4000013" cy="29444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1EFBDF-69DE-4ECF-63EA-F88E1252F8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3"/>
          <a:stretch>
            <a:fillRect/>
          </a:stretch>
        </p:blipFill>
        <p:spPr>
          <a:xfrm>
            <a:off x="7391399" y="3609975"/>
            <a:ext cx="3684583" cy="2743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69C039-0BFF-B58B-8952-6C3CD14665AF}"/>
                  </a:ext>
                </a:extLst>
              </p:cNvPr>
              <p:cNvSpPr txBox="1"/>
              <p:nvPr/>
            </p:nvSpPr>
            <p:spPr>
              <a:xfrm>
                <a:off x="1602486" y="5058082"/>
                <a:ext cx="2852928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I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E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69C039-0BFF-B58B-8952-6C3CD1466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486" y="5058082"/>
                <a:ext cx="2852928" cy="7916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85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E44E-21BD-6F2E-F6DF-DFEC2F57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Plan for Next Week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5C285-35E9-65EE-CCFC-B38FD676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Look into the phase shifter circuitry.</a:t>
            </a:r>
          </a:p>
          <a:p>
            <a:endParaRPr lang="en-IE" dirty="0"/>
          </a:p>
          <a:p>
            <a:r>
              <a:rPr lang="en-IE" dirty="0"/>
              <a:t>Get full circuit running:</a:t>
            </a:r>
          </a:p>
          <a:p>
            <a:pPr lvl="1"/>
            <a:r>
              <a:rPr lang="en-IE" dirty="0"/>
              <a:t>Need transmitter coil.</a:t>
            </a:r>
          </a:p>
          <a:p>
            <a:pPr lvl="1"/>
            <a:endParaRPr lang="en-IE" dirty="0"/>
          </a:p>
          <a:p>
            <a:r>
              <a:rPr lang="en-IE" dirty="0"/>
              <a:t>Continue reviewing literature.</a:t>
            </a:r>
          </a:p>
          <a:p>
            <a:pPr lvl="1"/>
            <a:r>
              <a:rPr lang="en-IE" dirty="0"/>
              <a:t>Look into operation of SWR bridge.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2002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39</TotalTime>
  <Words>188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Office Theme</vt:lpstr>
      <vt:lpstr>Project Meeting</vt:lpstr>
      <vt:lpstr>Summary of Past Week</vt:lpstr>
      <vt:lpstr>Phase-Dip Method (current method)</vt:lpstr>
      <vt:lpstr>Re{Z_in} Measurement</vt:lpstr>
      <vt:lpstr>Plan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Gillanders, Breandán</dc:creator>
  <cp:lastModifiedBy>Gillanders, Breandán</cp:lastModifiedBy>
  <cp:revision>1</cp:revision>
  <dcterms:created xsi:type="dcterms:W3CDTF">2025-10-29T12:14:36Z</dcterms:created>
  <dcterms:modified xsi:type="dcterms:W3CDTF">2025-10-29T12:55:18Z</dcterms:modified>
</cp:coreProperties>
</file>